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verage" pitchFamily="2" charset="77"/>
      <p:regular r:id="rId13"/>
    </p:embeddedFont>
    <p:embeddedFont>
      <p:font typeface="Oswald" pitchFamily="2" charset="77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2"/>
    <p:restoredTop sz="94633"/>
  </p:normalViewPr>
  <p:slideViewPr>
    <p:cSldViewPr snapToGrid="0">
      <p:cViewPr varScale="1">
        <p:scale>
          <a:sx n="114" d="100"/>
          <a:sy n="114" d="100"/>
        </p:scale>
        <p:origin x="20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8acb585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8acb585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7e1dcee5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a7e1dcee5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b8acb58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b8acb58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8acb585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8acb585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aeb3018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aeb3018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8acb58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8acb58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b8acb585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b8acb585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8acb585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8acb585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8acb585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8acb585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043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56483" y="63195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Hotel Management Database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852250" y="2935650"/>
            <a:ext cx="35886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Mohammed Sayed                                                                                 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Ashlesha Donde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Shivani Sugurushetty                                                                                                    Pranav Waghmare  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Meghana Thota                                                                                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Zhichao Dai                                                                                                         </a:t>
            </a:r>
            <a:endParaRPr sz="1800" b="1"/>
          </a:p>
        </p:txBody>
      </p:sp>
      <p:sp>
        <p:nvSpPr>
          <p:cNvPr id="61" name="Google Shape;61;p13"/>
          <p:cNvSpPr txBox="1"/>
          <p:nvPr/>
        </p:nvSpPr>
        <p:spPr>
          <a:xfrm>
            <a:off x="5849075" y="3210550"/>
            <a:ext cx="31221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                                                                        Prof.  Manuel Montrond</a:t>
            </a:r>
            <a:endParaRPr sz="1800" b="1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04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5231"/>
          <a:stretch/>
        </p:blipFill>
        <p:spPr>
          <a:xfrm>
            <a:off x="0" y="0"/>
            <a:ext cx="9144000" cy="48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145975"/>
            <a:ext cx="85206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Logical Entity Relationship Diagram (ERD):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5" title="P5_ERD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50" y="717838"/>
            <a:ext cx="7426698" cy="428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461375" y="0"/>
            <a:ext cx="2422200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Objects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732650"/>
            <a:ext cx="8520600" cy="42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Created </a:t>
            </a:r>
            <a:r>
              <a:rPr lang="en-GB" sz="1200" b="1"/>
              <a:t>views</a:t>
            </a:r>
            <a:r>
              <a:rPr lang="en-GB" sz="1200"/>
              <a:t> like </a:t>
            </a:r>
            <a:r>
              <a:rPr lang="en-GB" sz="1200" b="1"/>
              <a:t>vw_RevenueReport, vw_GuestHistory, vw_DailyOperations</a:t>
            </a:r>
            <a:r>
              <a:rPr lang="en-GB" sz="1200"/>
              <a:t> and </a:t>
            </a:r>
            <a:r>
              <a:rPr lang="en-GB" sz="1200" b="1"/>
              <a:t>vw_RoomBookingStatus</a:t>
            </a:r>
            <a:r>
              <a:rPr lang="en-GB" sz="1200"/>
              <a:t> to simplify reporting and analytics queries. 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1"/>
              <a:t>       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00" y="1248500"/>
            <a:ext cx="3017874" cy="198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075" y="1248500"/>
            <a:ext cx="3516491" cy="19885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929900" y="1831575"/>
            <a:ext cx="741600" cy="5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11700" y="3364225"/>
            <a:ext cx="3857700" cy="16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Shows each room along with its booking details and the guest staying in it.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Indicates whether the room’s stay is </a:t>
            </a: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current, upcoming, or completed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Useful for quickly checking room occupancy and availability.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671500" y="3461425"/>
            <a:ext cx="4002900" cy="1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Summarizes a guest’s full stay history, including number of stays, nights stayed, ratings, and total spending.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Helps identify loyal or high-value customers for personalized service.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889550" y="433550"/>
            <a:ext cx="8223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View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483825" y="0"/>
            <a:ext cx="221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Objects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97225" y="448550"/>
            <a:ext cx="36033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Encryption:</a:t>
            </a: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00" y="781250"/>
            <a:ext cx="2795976" cy="265441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572000" y="553225"/>
            <a:ext cx="4369500" cy="44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Non- clustered index:</a:t>
            </a: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450" y="933425"/>
            <a:ext cx="3134075" cy="18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09350" y="3210791"/>
            <a:ext cx="4246500" cy="17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-GB" sz="11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Implemented AES-256 encryption using a Master Key, Certificate, and Symmetric Key to secure sensitive guest data.</a:t>
            </a:r>
            <a:endParaRPr sz="11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-GB" sz="11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Guest PII (phone, email, address) is stored in encrypted form and handled automatically through triggers.</a:t>
            </a:r>
            <a:endParaRPr sz="11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-GB" sz="11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Prevents unauthorized access and ensures guest privacy even at the database level.</a:t>
            </a:r>
            <a:endParaRPr sz="11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-GB" sz="11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Strengthens security and makes the system more realistic and production-ready.</a:t>
            </a:r>
            <a:endParaRPr sz="11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754750" y="2840875"/>
            <a:ext cx="40521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</a:t>
            </a: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non-clustered index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creates a separate lookup structure that makes searching faster without changing the table’s physical order.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We used it to </a:t>
            </a: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speed up frequent queries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on bookings, payments, room availability, and service transactions.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Indexes reduce the amount of data SQL Server scans, improving performance and lowering query cost (EstimatedTotalSubtreeCost).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This makes the system more </a:t>
            </a: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efficient and responsive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, especially for reports, filters, and real-time operations.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483825" y="0"/>
            <a:ext cx="221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 Objects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104675" y="493425"/>
            <a:ext cx="3543600" cy="44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104675" y="433600"/>
            <a:ext cx="8896500" cy="4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</a:t>
            </a:r>
            <a:r>
              <a:rPr lang="en-GB" sz="1800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defined functions:</a:t>
            </a:r>
            <a:endParaRPr sz="1800"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 Created functions like fn_CalculateTotalBill, fn_IsRoomAvailable, fn_GetStayDuration, and fn_GetOccupancyRate to support reusable  </a:t>
            </a:r>
            <a:endParaRPr sz="1200" b="1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  business logic and automate key hotel operations.             </a:t>
            </a:r>
            <a:r>
              <a:rPr lang="en-GB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50" y="1211100"/>
            <a:ext cx="4156825" cy="24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225" y="1211100"/>
            <a:ext cx="3983936" cy="2425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209375" y="3752925"/>
            <a:ext cx="4276500" cy="1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Calculates the complete bill for a booking, including room charges, service charges, discounts, and tax.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Ensures consistent and error-free billing across check-out operations.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Used inside sp_CheckOutGuest to generate final invoice amounts.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806225" y="3752925"/>
            <a:ext cx="39840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Checks if a room is free for the selected date range.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Verifies maintenance status and overlapping bookings.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verage"/>
              <a:buChar char="●"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Supports reservation functions by preventing double-booking.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585150" y="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Data objects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183600" y="483000"/>
            <a:ext cx="8776800" cy="4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b="1">
                <a:latin typeface="Times New Roman"/>
                <a:ea typeface="Times New Roman"/>
                <a:cs typeface="Times New Roman"/>
                <a:sym typeface="Times New Roman"/>
              </a:rPr>
              <a:t>Stored Procedures:</a:t>
            </a: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75" y="897125"/>
            <a:ext cx="2900699" cy="380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625" y="897125"/>
            <a:ext cx="2836849" cy="38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6194400" y="788750"/>
            <a:ext cx="2900700" cy="42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Created 5 stored procedures like sp_CheckInGuest, sp_CheckOutGuest, sp_FindAvailableRooms, sp_MakeReservation, and sp_ProcessMonthlyBilling to automate core hotel workflows and enforce business logic.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sp_CheckInGuest</a:t>
            </a:r>
            <a: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Updates room and booking status, creates invoice, and completes the check-in process.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sp_CheckOutGuest</a:t>
            </a:r>
            <a: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Calculates final bill, processes payment, and frees the room.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sp_FindAvailableRooms</a:t>
            </a:r>
            <a: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Returns rooms not booked or under maintenance for given dates.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-GB" sz="11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sp_MakeReservation</a:t>
            </a:r>
            <a: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Creates a reservation and ensures no double-booking.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sp_ProcessMonthlyBilling</a:t>
            </a:r>
            <a:r>
              <a:rPr lang="en-GB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Generates month-end revenue summaries.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3585150" y="0"/>
            <a:ext cx="197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Data objects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183600" y="483000"/>
            <a:ext cx="8776800" cy="4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b="1">
                <a:latin typeface="Times New Roman"/>
                <a:ea typeface="Times New Roman"/>
                <a:cs typeface="Times New Roman"/>
                <a:sym typeface="Times New Roman"/>
              </a:rPr>
              <a:t>Triggers: </a:t>
            </a: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25" y="892001"/>
            <a:ext cx="3617590" cy="3922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4066950" y="897125"/>
            <a:ext cx="47997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Implemented triggers like trg_BookingAudit, trg_ValidatePayment, trg_UpdateRoomStatus, and trg_AutoEncryptGuest to enforce business rules and maintain data integrity automatically.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-GB" sz="1100" b="1">
                <a:solidFill>
                  <a:schemeClr val="accent3"/>
                </a:solidFill>
              </a:rPr>
              <a:t>trg_BookingAudit</a:t>
            </a:r>
            <a:r>
              <a:rPr lang="en-GB" sz="1100">
                <a:solidFill>
                  <a:schemeClr val="accent3"/>
                </a:solidFill>
              </a:rPr>
              <a:t> – Logs every INSERT, UPDATE, or DELETE 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on the Booking table for traceability.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trg_ValidatePayment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Ensures payment amounts match the invoice total before allowing insertion.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trg_UpdateRoomStatus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Updates room availability automatically when bookings or maintenance change.</a:t>
            </a:r>
            <a:b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-GB" sz="1200" b="1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trg_AutoEncryptGuest</a:t>
            </a:r>
            <a:r>
              <a:rPr lang="en-GB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– Encrypts guest PII fields automatically on insert or update.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3124975" y="0"/>
            <a:ext cx="276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Tableau Report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1"/>
          </p:nvPr>
        </p:nvSpPr>
        <p:spPr>
          <a:xfrm>
            <a:off x="183600" y="483000"/>
            <a:ext cx="8776800" cy="4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0" y="483000"/>
            <a:ext cx="8941300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3005350" y="0"/>
            <a:ext cx="276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GUI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83600" y="483000"/>
            <a:ext cx="8776800" cy="4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t="15782"/>
          <a:stretch/>
        </p:blipFill>
        <p:spPr>
          <a:xfrm>
            <a:off x="86400" y="483000"/>
            <a:ext cx="8971203" cy="45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604</Words>
  <Application>Microsoft Macintosh PowerPoint</Application>
  <PresentationFormat>On-screen Show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Oswald</vt:lpstr>
      <vt:lpstr>Average</vt:lpstr>
      <vt:lpstr>Slate</vt:lpstr>
      <vt:lpstr>Hotel Management Database System</vt:lpstr>
      <vt:lpstr>PowerPoint Presentation</vt:lpstr>
      <vt:lpstr>                             Logical Entity Relationship Diagram (ERD):</vt:lpstr>
      <vt:lpstr>Data Objects</vt:lpstr>
      <vt:lpstr>Data Objects</vt:lpstr>
      <vt:lpstr>Data Objects</vt:lpstr>
      <vt:lpstr> Data objects</vt:lpstr>
      <vt:lpstr> Data objects</vt:lpstr>
      <vt:lpstr> Tableau Report</vt:lpstr>
      <vt:lpstr> 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Ashlesha Donde</cp:lastModifiedBy>
  <cp:revision>2</cp:revision>
  <dcterms:modified xsi:type="dcterms:W3CDTF">2025-12-03T03:16:40Z</dcterms:modified>
</cp:coreProperties>
</file>